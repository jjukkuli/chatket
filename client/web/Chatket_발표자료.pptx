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833AB4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DC274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3797F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0080"/>
            <a:ext cx="1005840" cy="1005840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83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00200" y="594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Chatket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600200" y="13898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 Chat Application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029200" cy="27432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TCP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148840"/>
            <a:ext cx="1737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379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148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Computing 개인 프로젝트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ChatKet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만들었나?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net 모듈을 사용한 TCP 소켓 기반 실시간 채팅 시스템.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React UI를 통해 브라우저에서도 동일하게 동작.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051560"/>
            <a:ext cx="1371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115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모듈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1371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115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8076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프로토콜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1051560"/>
            <a:ext cx="13716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11155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1554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148840"/>
            <a:ext cx="2606040" cy="26060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240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클린 아키텍처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1546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책임 원칙에 따른 모듈 분리. 각 파일이 하나의 역할만 담당.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148840"/>
            <a:ext cx="2606040" cy="26060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240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8328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통신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1546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스트림 버퍼링 처리. 메시지 프레이밍으로 패킷 단편화 해결.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2148840"/>
            <a:ext cx="2606040" cy="26060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240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1792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 UI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15468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+ React 기반 다크모드 채팅 UI. DM 스레드 지원.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4계층 모듈 설계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77724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515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73152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1031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3154680"/>
            <a:ext cx="73152" cy="777240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31546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4206240"/>
            <a:ext cx="73152" cy="777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4206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1051560"/>
            <a:ext cx="2011680" cy="77724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1051560"/>
            <a:ext cx="2011680" cy="54864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WS 부트스트랩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1051560"/>
            <a:ext cx="2011680" cy="77724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0" y="1051560"/>
            <a:ext cx="2011680" cy="54864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socketHandler.js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490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 이벤트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051560"/>
            <a:ext cx="2011680" cy="77724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1051560"/>
            <a:ext cx="2011680" cy="54864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wsHandler.js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어댑터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371600" y="2103120"/>
            <a:ext cx="2011680" cy="777240"/>
          </a:xfrm>
          <a:prstGeom prst="rect">
            <a:avLst/>
          </a:prstGeom>
          <a:solidFill>
            <a:srgbClr val="120D1F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0" y="2103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2167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commandParser.js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630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/nick /w /list /help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0" y="2103120"/>
            <a:ext cx="2011680" cy="777240"/>
          </a:xfrm>
          <a:prstGeom prst="rect">
            <a:avLst/>
          </a:prstGeom>
          <a:solidFill>
            <a:srgbClr val="120D1F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0" y="2103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749040" y="2167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broadcast.js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490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전송 라우팅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2103120"/>
            <a:ext cx="2011680" cy="777240"/>
          </a:xfrm>
          <a:prstGeom prst="rect">
            <a:avLst/>
          </a:prstGeom>
          <a:solidFill>
            <a:srgbClr val="120D1F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0" y="21031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6035040" y="2167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messageFormatter.js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포맷 통일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3154680"/>
            <a:ext cx="2011680" cy="777240"/>
          </a:xfrm>
          <a:prstGeom prst="rect">
            <a:avLst/>
          </a:prstGeom>
          <a:solidFill>
            <a:srgbClr val="0D1F15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371600" y="3154680"/>
            <a:ext cx="2011680" cy="54864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40" name="Text 38"/>
          <p:cNvSpPr/>
          <p:nvPr/>
        </p:nvSpPr>
        <p:spPr>
          <a:xfrm>
            <a:off x="1463040" y="3218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clientStore.js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4630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Map&lt;socket, client&gt; 관리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0" y="3154680"/>
            <a:ext cx="2011680" cy="777240"/>
          </a:xfrm>
          <a:prstGeom prst="rect">
            <a:avLst/>
          </a:prstGeom>
          <a:solidFill>
            <a:srgbClr val="0D1F15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0" y="3154680"/>
            <a:ext cx="2011680" cy="54864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44" name="Text 42"/>
          <p:cNvSpPr/>
          <p:nvPr/>
        </p:nvSpPr>
        <p:spPr>
          <a:xfrm>
            <a:off x="3749040" y="3218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nicknames Set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490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중복 검사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71600" y="4206240"/>
            <a:ext cx="2011680" cy="777240"/>
          </a:xfrm>
          <a:prstGeom prst="rect">
            <a:avLst/>
          </a:prstGeom>
          <a:solidFill>
            <a:srgbClr val="1F1A0D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371600" y="42062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8" name="Text 46"/>
          <p:cNvSpPr/>
          <p:nvPr/>
        </p:nvSpPr>
        <p:spPr>
          <a:xfrm>
            <a:off x="146304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constants.js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6304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포트, 닉네임 규칙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0" y="4206240"/>
            <a:ext cx="2011680" cy="777240"/>
          </a:xfrm>
          <a:prstGeom prst="rect">
            <a:avLst/>
          </a:prstGeom>
          <a:solidFill>
            <a:srgbClr val="1F1A0D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0" y="42062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374904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protocol.js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74904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인코딩/디코딩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943600" y="4206240"/>
            <a:ext cx="2011680" cy="777240"/>
          </a:xfrm>
          <a:prstGeom prst="rect">
            <a:avLst/>
          </a:prstGeom>
          <a:solidFill>
            <a:srgbClr val="1F1A0D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943600" y="42062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6" name="Text 54"/>
          <p:cNvSpPr/>
          <p:nvPr/>
        </p:nvSpPr>
        <p:spPr>
          <a:xfrm>
            <a:off x="6035040" y="4270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logger.js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03504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타임스탬프 로그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핵심 기술 — 메시지 프레이밍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단편화 문제와 해결 방법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3840480" cy="54864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155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문제: TCP 스트림 단편화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TCP는 바이트 스트림 — 메시지 경계 없음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송신: "Hello\n"  "World\n"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수신: "Hell"  →  "o\nWor"  →  "ld\n"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한 메시지가 쪼개지거나 두 개가 합쳐질 수 있음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9202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51560"/>
            <a:ext cx="4114800" cy="54864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155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해결: \n 기반 메시지 프레이밍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소켓별 buffer 변수에 수신 데이터 누적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 기준으로 split → 완성 메시지만 처리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마지막 미완성 조각은 buffer에 재보관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모든 클라이언트 독립적으로 격리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8275320" cy="1783080"/>
          </a:xfrm>
          <a:prstGeom prst="rect">
            <a:avLst/>
          </a:prstGeom>
          <a:solidFill>
            <a:srgbClr val="0A0A0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108960"/>
            <a:ext cx="82753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272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socketHandler.js — TCP 버퍼링 구현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419856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socket.on('data', (chunk)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 += chunk.toString();          // ① 누적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lines = buffer.split('\n');   // ② \n 기준 분리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 = lines.pop();               // ③ 미완성 조각 보관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lines.forEach(line =&gt; processMessage(socket, line.trim()));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프로토콜 &amp; 어댑터 패턴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TCP와 WebSocket을 동시에 지원하는 설계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3840480" cy="38404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JSON 메시지 프로토콜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메시지는 구조화된 JSON — CLI와 웹 UI가 동일 포맷 사용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640080" cy="2743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74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892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type:"chat", from:"Alice", body:"안녕", ts:... 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640080" cy="27432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25786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type:"system", body:"Alice 입장", ts:... 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640080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46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25880" y="3264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type:"whisper", from:"A", to:"B", body:..., ts:... }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640080" cy="274320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type:"error", body:"닉네임 중복", ts:... 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4114800" cy="384048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1155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어댑터 패턴 (Adapter Pattern)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코드를 한 줄도 수정하지 않고 WebSocket 지원 추가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173736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1762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socket.write(data)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socket.destroyed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5379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743"/>
                </a:solidFill>
              </a:rPr>
              <a:t>≠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58000" y="1874520"/>
            <a:ext cx="1737360" cy="1188720"/>
          </a:xfrm>
          <a:prstGeom prst="rect">
            <a:avLst/>
          </a:prstGeom>
          <a:solidFill>
            <a:srgbClr val="0D1B2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0" y="1920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176272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ws.send(data)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ws.readyState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200400"/>
            <a:ext cx="3749040" cy="1554480"/>
          </a:xfrm>
          <a:prstGeom prst="rect">
            <a:avLst/>
          </a:prstGeom>
          <a:solidFill>
            <a:srgbClr val="0A0A0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wsHandler.js — 어댑터 적용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52044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ws.write = (data)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(ws.readyState === ws.OPEN)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ws.send(data);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기존 broadcast.js 그대로 재사용!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시연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Demo — 지원 명령어 &amp; UI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82753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54864" cy="566928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07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/nick &lt;이름&gt;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2070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닉네임 설정 및 변경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82753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755648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653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8653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접속자 전체 목록 조회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82753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414016"/>
            <a:ext cx="54864" cy="566928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237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 &lt;닉네임&gt; &lt;메시지&gt;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52374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귓속말 (DM 스레드로 표시)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82753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072384"/>
            <a:ext cx="54864" cy="5669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821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1821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명령어 도움말 출력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730752"/>
            <a:ext cx="827532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730752"/>
            <a:ext cx="54864" cy="566928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38404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연결 정상 종료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572000"/>
            <a:ext cx="827532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462686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9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실행:  npm run dev   |   npm run client:cli   |   npm run client:web  →  http://localhost:3000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Instagram DM 스타일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WebSocket 기반 다크모드 채팅 인터페이스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2560320" cy="3840480"/>
          </a:xfrm>
          <a:prstGeom prst="rect">
            <a:avLst/>
          </a:prstGeom>
          <a:solidFill>
            <a:srgbClr val="111111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377440" cy="7132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993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채팅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2677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활성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8163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으흐흐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0906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나: 안녕하세요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639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9136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안녕!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1051560"/>
            <a:ext cx="5577840" cy="3840480"/>
          </a:xfrm>
          <a:prstGeom prst="rect">
            <a:avLst/>
          </a:prstGeom>
          <a:solidFill>
            <a:srgbClr val="0D0D0D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채팅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1463040"/>
            <a:ext cx="55778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1645920"/>
            <a:ext cx="347472" cy="347472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1645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으흐흐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03320" y="1801368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363636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18653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으흐흐 일루와잇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2331720"/>
            <a:ext cx="2194560" cy="438912"/>
          </a:xfrm>
          <a:prstGeom prst="roundRect">
            <a:avLst>
              <a:gd name="adj" fmla="val 25000"/>
            </a:avLst>
          </a:prstGeom>
          <a:solidFill>
            <a:srgbClr val="3797F0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3957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오케이 가즈아~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3108960"/>
            <a:ext cx="347472" cy="347472"/>
          </a:xfrm>
          <a:prstGeom prst="ellipse">
            <a:avLst/>
          </a:prstGeom>
          <a:solidFill>
            <a:srgbClr val="833AB4"/>
          </a:solidFill>
          <a:ln/>
        </p:spPr>
      </p:sp>
      <p:sp>
        <p:nvSpPr>
          <p:cNvPr id="30" name="Text 28"/>
          <p:cNvSpPr/>
          <p:nvPr/>
        </p:nvSpPr>
        <p:spPr>
          <a:xfrm>
            <a:off x="3246120" y="3108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0332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03320" y="3264408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363636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33284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안녕하세요!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3703320"/>
            <a:ext cx="2194560" cy="438912"/>
          </a:xfrm>
          <a:prstGeom prst="roundRect">
            <a:avLst>
              <a:gd name="adj" fmla="val 25000"/>
            </a:avLst>
          </a:prstGeom>
          <a:solidFill>
            <a:srgbClr val="3797F0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76732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반갑습니다 😊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46120" y="4434840"/>
            <a:ext cx="5257800" cy="347472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4480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보내기...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48056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572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사이드바: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전체채팅 + DM 스레드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108960" y="4572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말풍선: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메시지(파란) / 상대(회색)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4572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표시 &amp; 닉네임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처리 &amp; 엣지 케이스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모든 실패 시나리오 대응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2606040" cy="16916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06040" cy="45720"/>
          </a:xfrm>
          <a:prstGeom prst="rect">
            <a:avLst/>
          </a:prstGeom>
          <a:solidFill>
            <a:srgbClr val="DC274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ECONNRESET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클라이언트가 갑자기 연결 끊음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error 이벤트에서 감지, 퇴장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미처리 시 서버 crash 가능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16916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60604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 EADDRINUSE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포트가 이미 사용 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명확한 에러 메시지 출력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process.exit(1) 로 안전 종료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16916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2606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닉네임 중복/규칙 위반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536192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2~20자 길이 검사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사용 중인 닉네임 Set으로 O(1) 검사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에러 메시지 송신자에게만 전송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2606040" cy="16916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71800"/>
            <a:ext cx="260604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63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존재하지 않는 유저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410712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/w 귓속말 대상 없을 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findByNickname() → null 반환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/list 로 확인 유도 메시지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971800"/>
            <a:ext cx="2606040" cy="16916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971800"/>
            <a:ext cx="2606040" cy="45720"/>
          </a:xfrm>
          <a:prstGeom prst="rect">
            <a:avLst/>
          </a:prstGeom>
          <a:solidFill>
            <a:srgbClr val="23A55A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063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알 수 없는 명령어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3410712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commandHandlers Map에 없는 명령어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기본 핸들러에서 에러 응답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/help 안내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971800"/>
            <a:ext cx="2606040" cy="169164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971800"/>
            <a:ext cx="2606040" cy="4572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3063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📭  빈 메시지 / 공백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410712"/>
            <a:ext cx="2331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후 빈 문자열 필터링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조용히 무시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불필요한 브로드캐스트 방지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09728" cy="109728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82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프로젝트 회고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Conclusion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18288"/>
          </a:xfrm>
          <a:prstGeom prst="rect">
            <a:avLst/>
          </a:prstGeom>
          <a:solidFill>
            <a:srgbClr val="36363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97280"/>
            <a:ext cx="260604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70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207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572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v22 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런타임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0604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70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069080" y="1207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모듈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1572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모듈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1704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207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라이브러리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1572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서버/클라이언트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77440"/>
            <a:ext cx="260604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4505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⚛️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234440" y="2487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28529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기반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60604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24505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069080" y="2487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69080" y="28529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재시작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도구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2377440"/>
            <a:ext cx="2606040" cy="1051560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24505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2487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03720" y="285292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 메시지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포맷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703320"/>
            <a:ext cx="8275320" cy="1188720"/>
          </a:xfrm>
          <a:prstGeom prst="rect">
            <a:avLst/>
          </a:prstGeom>
          <a:solidFill>
            <a:srgbClr val="0A1628"/>
          </a:solidFill>
          <a:ln w="6350">
            <a:solidFill>
              <a:srgbClr val="3636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703320"/>
            <a:ext cx="8275320" cy="45720"/>
          </a:xfrm>
          <a:prstGeom prst="rect">
            <a:avLst/>
          </a:prstGeom>
          <a:solidFill>
            <a:srgbClr val="3797F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67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핵심 학습 포인트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09651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스트림의 메시지 프레이밍 문제를 직접 구현하며 이해  |  어댑터 패턴으로 TCP/WebSocket 동시 지원  |  단일 책임 원칙 기반 모듈 설계로 확장성 확보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797F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833AB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822960"/>
            <a:ext cx="1463040" cy="1463040"/>
          </a:xfrm>
          <a:prstGeom prst="ellipse">
            <a:avLst/>
          </a:prstGeom>
          <a:solidFill>
            <a:srgbClr val="3797F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9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Chatket — TCP Socket Chat Application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Computing 개인 프로젝트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-2286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-2286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3162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162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8610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8610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4058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058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506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506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Protocol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49540" y="4480560"/>
            <a:ext cx="141732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363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49540" y="44805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Pattern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Chatket - TCP Socket Chat Application</dc:title>
  <dc:subject>PptxGenJS Presentation</dc:subject>
  <dc:creator>PptxGenJS</dc:creator>
  <cp:lastModifiedBy>PptxGenJS</cp:lastModifiedBy>
  <cp:revision>1</cp:revision>
  <dcterms:created xsi:type="dcterms:W3CDTF">2026-05-20T05:29:03Z</dcterms:created>
  <dcterms:modified xsi:type="dcterms:W3CDTF">2026-05-20T05:29:03Z</dcterms:modified>
</cp:coreProperties>
</file>