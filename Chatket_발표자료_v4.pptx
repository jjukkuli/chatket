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833AB4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DC274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3797F0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0080"/>
            <a:ext cx="1005840" cy="1005840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💬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00200" y="5943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Chatket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600200" y="138988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 Chat Application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029200" cy="27432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48840"/>
            <a:ext cx="17373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379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48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TCP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148840"/>
            <a:ext cx="17373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379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148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148840"/>
            <a:ext cx="17373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379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148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148840"/>
            <a:ext cx="17373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379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148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Protocol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Computing 개인 프로젝트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ChatKet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384048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155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만들었나?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소켓 기반 실시간 채팅 서버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WebSocket / React 웹 UI 동시 지원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Instagram DM 스타일 다크모드 인터페이스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137160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1155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0" y="15544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137160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1155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80760" y="15544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계층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+ WS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89520" y="1051560"/>
            <a:ext cx="137160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0" y="11155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589520" y="15544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148840"/>
            <a:ext cx="2606040" cy="265176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2240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8640" y="27614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클린 아키텍처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12724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책임 원칙 적용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파일이 하나의 역할만 담당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8개 모듈로 완전 분리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2148840"/>
            <a:ext cx="2606040" cy="265176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2240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383280" y="27614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핵심 구현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312724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버퍼링 · 메시지 프레이밍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단편화 문제 직접 해결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ECONNRESET 등 에러 처리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80760" y="2148840"/>
            <a:ext cx="2606040" cy="265176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80760" y="2240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17920" y="27614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DM UI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12724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+ React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다크모드 DM 스레드 UI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버튼으로 유저 선택 DM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4계층 모듈 설계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51560"/>
            <a:ext cx="73152" cy="777240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515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73152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21031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3154680"/>
            <a:ext cx="73152" cy="777240"/>
          </a:xfrm>
          <a:prstGeom prst="rect">
            <a:avLst/>
          </a:prstGeom>
          <a:solidFill>
            <a:srgbClr val="23A55A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315468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206240"/>
            <a:ext cx="73152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42062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0" y="1051560"/>
            <a:ext cx="2011680" cy="777240"/>
          </a:xfrm>
          <a:prstGeom prst="rect">
            <a:avLst/>
          </a:prstGeom>
          <a:solidFill>
            <a:srgbClr val="0D1020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0" y="1051560"/>
            <a:ext cx="2011680" cy="54864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1124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1444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TCP+WS 부트스트랩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0" y="1051560"/>
            <a:ext cx="2011680" cy="777240"/>
          </a:xfrm>
          <a:prstGeom prst="rect">
            <a:avLst/>
          </a:prstGeom>
          <a:solidFill>
            <a:srgbClr val="0D1020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0" y="1051560"/>
            <a:ext cx="2011680" cy="54864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1124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socketHandler.js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1444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소켓 이벤트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1051560"/>
            <a:ext cx="2011680" cy="777240"/>
          </a:xfrm>
          <a:prstGeom prst="rect">
            <a:avLst/>
          </a:prstGeom>
          <a:solidFill>
            <a:srgbClr val="0D1020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0" y="1051560"/>
            <a:ext cx="2011680" cy="54864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1124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wsHandler.js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1444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어댑터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371600" y="2103120"/>
            <a:ext cx="2011680" cy="777240"/>
          </a:xfrm>
          <a:prstGeom prst="rect">
            <a:avLst/>
          </a:prstGeom>
          <a:solidFill>
            <a:srgbClr val="0D1020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71600" y="210312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463040" y="2176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commandParser.js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63040" y="2496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/nick /w /list /help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0" y="2103120"/>
            <a:ext cx="2011680" cy="777240"/>
          </a:xfrm>
          <a:prstGeom prst="rect">
            <a:avLst/>
          </a:prstGeom>
          <a:solidFill>
            <a:srgbClr val="0D1020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0" y="210312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3749040" y="2176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broadcast.js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49040" y="2496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전송 라우팅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0" y="2103120"/>
            <a:ext cx="2011680" cy="777240"/>
          </a:xfrm>
          <a:prstGeom prst="rect">
            <a:avLst/>
          </a:prstGeom>
          <a:solidFill>
            <a:srgbClr val="0D1020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0" y="210312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2176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messageFormatter.js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0" y="2496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포맷 통일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371600" y="3154680"/>
            <a:ext cx="2011680" cy="777240"/>
          </a:xfrm>
          <a:prstGeom prst="rect">
            <a:avLst/>
          </a:prstGeom>
          <a:solidFill>
            <a:srgbClr val="0D1020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371600" y="3154680"/>
            <a:ext cx="2011680" cy="54864"/>
          </a:xfrm>
          <a:prstGeom prst="rect">
            <a:avLst/>
          </a:prstGeom>
          <a:solidFill>
            <a:srgbClr val="23A55A"/>
          </a:solidFill>
          <a:ln/>
        </p:spPr>
      </p:sp>
      <p:sp>
        <p:nvSpPr>
          <p:cNvPr id="40" name="Text 38"/>
          <p:cNvSpPr/>
          <p:nvPr/>
        </p:nvSpPr>
        <p:spPr>
          <a:xfrm>
            <a:off x="1463040" y="32278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clientStore.js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463040" y="35478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Map&lt;socket,client&gt;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0" y="3154680"/>
            <a:ext cx="2011680" cy="777240"/>
          </a:xfrm>
          <a:prstGeom prst="rect">
            <a:avLst/>
          </a:prstGeom>
          <a:solidFill>
            <a:srgbClr val="0D1020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0" y="3154680"/>
            <a:ext cx="2011680" cy="54864"/>
          </a:xfrm>
          <a:prstGeom prst="rect">
            <a:avLst/>
          </a:prstGeom>
          <a:solidFill>
            <a:srgbClr val="23A55A"/>
          </a:solidFill>
          <a:ln/>
        </p:spPr>
      </p:sp>
      <p:sp>
        <p:nvSpPr>
          <p:cNvPr id="44" name="Text 42"/>
          <p:cNvSpPr/>
          <p:nvPr/>
        </p:nvSpPr>
        <p:spPr>
          <a:xfrm>
            <a:off x="3749040" y="32278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nicknames Set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749040" y="35478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중복 검사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371600" y="4206240"/>
            <a:ext cx="2011680" cy="777240"/>
          </a:xfrm>
          <a:prstGeom prst="rect">
            <a:avLst/>
          </a:prstGeom>
          <a:solidFill>
            <a:srgbClr val="0D1020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371600" y="4206240"/>
            <a:ext cx="20116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8" name="Text 46"/>
          <p:cNvSpPr/>
          <p:nvPr/>
        </p:nvSpPr>
        <p:spPr>
          <a:xfrm>
            <a:off x="1463040" y="4279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constants.js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463040" y="4599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포트·닉네임 규칙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0" y="4206240"/>
            <a:ext cx="2011680" cy="777240"/>
          </a:xfrm>
          <a:prstGeom prst="rect">
            <a:avLst/>
          </a:prstGeom>
          <a:solidFill>
            <a:srgbClr val="0D1020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0" y="4206240"/>
            <a:ext cx="20116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2" name="Text 50"/>
          <p:cNvSpPr/>
          <p:nvPr/>
        </p:nvSpPr>
        <p:spPr>
          <a:xfrm>
            <a:off x="3749040" y="4279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protocol.js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749040" y="4599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인코딩/디코딩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943600" y="4206240"/>
            <a:ext cx="2011680" cy="777240"/>
          </a:xfrm>
          <a:prstGeom prst="rect">
            <a:avLst/>
          </a:prstGeom>
          <a:solidFill>
            <a:srgbClr val="0D1020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943600" y="4206240"/>
            <a:ext cx="20116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6" name="Text 54"/>
          <p:cNvSpPr/>
          <p:nvPr/>
        </p:nvSpPr>
        <p:spPr>
          <a:xfrm>
            <a:off x="6035040" y="4279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logger.js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035040" y="4599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컬러 타임스탬프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핵심 기술 — 메시지 프레이밍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단편화 문제와 해결 방법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3840480" cy="192024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3840480" cy="54864"/>
          </a:xfrm>
          <a:prstGeom prst="rect">
            <a:avLst/>
          </a:prstGeom>
          <a:solidFill>
            <a:srgbClr val="DC274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155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문제: TCP 스트림 단편화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34747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TCP는 바이트 스트림 — 메시지 경계 없음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송신: "Hello\n"  "World\n"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수신: "Hell"  →  "o\nWor"  →  "ld\n"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메시지가 쪼개지거나 합쳐져 도착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114800" cy="192024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51560"/>
            <a:ext cx="4114800" cy="54864"/>
          </a:xfrm>
          <a:prstGeom prst="rect">
            <a:avLst/>
          </a:prstGeom>
          <a:solidFill>
            <a:srgbClr val="23A55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155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해결: \n 기반 메시지 프레이밍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481328"/>
            <a:ext cx="37490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소켓별 buffer 변수에 수신 데이터 누적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 기준 split → 완성 메시지만 처리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미완성 조각은 buffer에 재보관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다중 클라이언트 완전 독립 격리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108960"/>
            <a:ext cx="8275320" cy="1783080"/>
          </a:xfrm>
          <a:prstGeom prst="rect">
            <a:avLst/>
          </a:prstGeom>
          <a:solidFill>
            <a:srgbClr val="0A0A0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108960"/>
            <a:ext cx="827532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272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9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socketHandler.js — TCP 버퍼링 구현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419856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socket.on('data', (chunk)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buffer += chunk.toString();          // ① 수신 데이터 누적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lines = buffer.split('\n');   // ② \n 기준으로 분리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buffer = lines.pop();               // ③ 미완성 조각 재보관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lines.forEach(line =&gt; processMessage(socket, line.trim()));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프로토콜 &amp; 어댑터 패턴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TCP와 WebSocket을 동시에 지원하는 설계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3840480" cy="384048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155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JSON 메시지 프로토콜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· WebSocket · React가 동일 포맷 공유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874520"/>
            <a:ext cx="640080" cy="274320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74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18928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type:"chat",    from:"Alice", body:"안녕", ts:... 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560320"/>
            <a:ext cx="640080" cy="27432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60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25880" y="2578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type:"system",  body:"Alice 입장", ts:... 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246120"/>
            <a:ext cx="64008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461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25880" y="32644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type:"whisper", from:"A", to:"B", body:..., ts:... }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931920"/>
            <a:ext cx="640080" cy="274320"/>
          </a:xfrm>
          <a:prstGeom prst="rect">
            <a:avLst/>
          </a:prstGeom>
          <a:solidFill>
            <a:srgbClr val="DC2743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931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25880" y="3950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type:"error",   body:"닉네임 중복", ts:... }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051560"/>
            <a:ext cx="4114800" cy="384048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11155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어댑터 패턴 (Adapter Pattern)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463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모듈을 한 줄도 수정하지 않고 WebSocket 추가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874520"/>
            <a:ext cx="1737360" cy="1188720"/>
          </a:xfrm>
          <a:prstGeom prst="rect">
            <a:avLst/>
          </a:prstGeom>
          <a:solidFill>
            <a:srgbClr val="0D1B2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17627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socket.write(data)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socket.destroyed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3796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743"/>
                </a:solidFill>
              </a:rPr>
              <a:t>≠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58000" y="1874520"/>
            <a:ext cx="1737360" cy="1188720"/>
          </a:xfrm>
          <a:prstGeom prst="rect">
            <a:avLst/>
          </a:prstGeom>
          <a:solidFill>
            <a:srgbClr val="0D1B2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217627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ws.send(data)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ws.readyState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200400"/>
            <a:ext cx="3749040" cy="1554480"/>
          </a:xfrm>
          <a:prstGeom prst="rect">
            <a:avLst/>
          </a:prstGeom>
          <a:solidFill>
            <a:srgbClr val="0A0A0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9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wsHandler.js — 어댑터 적용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52044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ws.write = (data)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(ws.readyState === ws.OPEN)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ws.send(data);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broadcast.js 그대로 재사용!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품질 &amp; 주석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완성도 — 코드 설명 comment 및 모듈 설계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5029200" cy="3749040"/>
          </a:xfrm>
          <a:prstGeom prst="rect">
            <a:avLst/>
          </a:prstGeom>
          <a:solidFill>
            <a:srgbClr val="0A0A0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0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6984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9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socketHandler.js — 핵심 주석 예시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[TCP 버퍼링 해설]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TCP는 "스트림" — 메시지 경계가 없음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socket.write("hello\n") 해도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data 이벤트에서 쪼개져 올 수 있음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→ \n 구분자 + 소켓별 buffer로 해결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 이벤트를 처리하지 않으면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Node.js 프로세스가 crash됨 → 반드시 핸들링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socket.on("error", (err)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(err.code !== "ECONNRESET")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logger.error(`에러: ${err.message}`);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handleDisconnect(socket, "연결 오류");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0" y="1051560"/>
            <a:ext cx="3063240" cy="107899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1143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단일 책임 원칙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146304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하나 = 역할 하나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socketHandler → 소켓 이벤트만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commandParser → 명령어만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2313432"/>
            <a:ext cx="3063240" cy="107899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24048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상태 캡슐화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2724912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clientStore가 유일한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관리 진입점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변수 사용 금지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3575304"/>
            <a:ext cx="3063240" cy="107899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366674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재사용성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0" y="3986784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TCP→WS 전환시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로직 8개 모듈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재사용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시연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Demo — 지원 명령어 &amp; 실행 방법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8275320" cy="5760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54864" cy="576072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07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/nick &lt;이름&gt;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2070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닉네임 설정 및 변경 (중복·길이 검증 포함)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764792"/>
            <a:ext cx="8275320" cy="5760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764792"/>
            <a:ext cx="54864" cy="5760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874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/list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8745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접속자 전체 목록 조회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432304"/>
            <a:ext cx="8275320" cy="5760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432304"/>
            <a:ext cx="54864" cy="576072"/>
          </a:xfrm>
          <a:prstGeom prst="rect">
            <a:avLst/>
          </a:prstGeom>
          <a:solidFill>
            <a:srgbClr val="23A55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5420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 &lt;닉네임&gt; &lt;메시지&gt;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25420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귓속말 — Web UI에서는 + 버튼으로 클릭 전송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099816"/>
            <a:ext cx="8275320" cy="5760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099816"/>
            <a:ext cx="54864" cy="5760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095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32095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가능한 명령어 목록 출력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767328"/>
            <a:ext cx="8275320" cy="5760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767328"/>
            <a:ext cx="54864" cy="576072"/>
          </a:xfrm>
          <a:prstGeom prst="rect">
            <a:avLst/>
          </a:prstGeom>
          <a:solidFill>
            <a:srgbClr val="DC2743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8770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/quit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387705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클라이언트만 퇴장 — 퇴장 알림 전체 전송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" y="4572000"/>
            <a:ext cx="827532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462686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9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실행:  npm run dev   |   npm run client:cli   |   npm run client:web  →  localhost:3000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— Instagram DM 스타일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WebSocket — 전체 채팅 &amp; 개인 DM 동시 지원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875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채팅 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987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DM 뷰 (영희)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4114800" cy="3794760"/>
          </a:xfrm>
          <a:prstGeom prst="rect">
            <a:avLst/>
          </a:prstGeom>
          <a:solidFill>
            <a:srgbClr val="111111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325880"/>
            <a:ext cx="1115568" cy="3611880"/>
          </a:xfrm>
          <a:prstGeom prst="rect">
            <a:avLst/>
          </a:prstGeom>
          <a:solidFill>
            <a:srgbClr val="0D0D0D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898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719072"/>
            <a:ext cx="1115568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764792"/>
            <a:ext cx="1060704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828800"/>
            <a:ext cx="347472" cy="347472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182880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05840" y="2029968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나: 왜케신났어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005840" y="2212848"/>
            <a:ext cx="53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3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활성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612648" y="2542032"/>
            <a:ext cx="347472" cy="347472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" y="25420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54203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영희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05840" y="2724912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ㅋㅋㅋㅋ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1664208" y="1325880"/>
            <a:ext cx="2788920" cy="3794760"/>
          </a:xfrm>
          <a:prstGeom prst="rect">
            <a:avLst/>
          </a:prstGeom>
          <a:solidFill>
            <a:srgbClr val="0D0D0D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783080" y="13898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채팅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64208" y="1691640"/>
            <a:ext cx="2788920" cy="13716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24" name="Shape 22"/>
          <p:cNvSpPr/>
          <p:nvPr/>
        </p:nvSpPr>
        <p:spPr>
          <a:xfrm>
            <a:off x="1755648" y="1828800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1755648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철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84832" y="18105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철수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084832" y="1993392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363636"/>
          </a:solidFill>
          <a:ln/>
        </p:spPr>
      </p:sp>
      <p:sp>
        <p:nvSpPr>
          <p:cNvPr id="28" name="Text 26"/>
          <p:cNvSpPr/>
          <p:nvPr/>
        </p:nvSpPr>
        <p:spPr>
          <a:xfrm>
            <a:off x="2130552" y="20299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안녕하세요!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84832" y="228600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755648" y="2560320"/>
            <a:ext cx="274320" cy="27432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31" name="Text 29"/>
          <p:cNvSpPr/>
          <p:nvPr/>
        </p:nvSpPr>
        <p:spPr>
          <a:xfrm>
            <a:off x="1755648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영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84832" y="2542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영희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084832" y="2724912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363636"/>
          </a:solidFill>
          <a:ln/>
        </p:spPr>
      </p:sp>
      <p:sp>
        <p:nvSpPr>
          <p:cNvPr id="34" name="Text 32"/>
          <p:cNvSpPr/>
          <p:nvPr/>
        </p:nvSpPr>
        <p:spPr>
          <a:xfrm>
            <a:off x="2130552" y="27614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날씨 좋다ㅎ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84832" y="301752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14:31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926080" y="3291840"/>
            <a:ext cx="1417320" cy="274320"/>
          </a:xfrm>
          <a:prstGeom prst="roundRect">
            <a:avLst>
              <a:gd name="adj" fmla="val 33333"/>
            </a:avLst>
          </a:prstGeom>
          <a:solidFill>
            <a:srgbClr val="3797F0"/>
          </a:solidFill>
          <a:ln/>
        </p:spPr>
      </p:sp>
      <p:sp>
        <p:nvSpPr>
          <p:cNvPr id="37" name="Text 35"/>
          <p:cNvSpPr/>
          <p:nvPr/>
        </p:nvSpPr>
        <p:spPr>
          <a:xfrm>
            <a:off x="2971800" y="332841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왜케신났어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54680" y="359359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14:32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755648" y="3858768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0" name="Text 38"/>
          <p:cNvSpPr/>
          <p:nvPr/>
        </p:nvSpPr>
        <p:spPr>
          <a:xfrm>
            <a:off x="1755648" y="3858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철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84832" y="3858768"/>
            <a:ext cx="685800" cy="274320"/>
          </a:xfrm>
          <a:prstGeom prst="roundRect">
            <a:avLst>
              <a:gd name="adj" fmla="val 33333"/>
            </a:avLst>
          </a:prstGeom>
          <a:solidFill>
            <a:srgbClr val="363636"/>
          </a:solidFill>
          <a:ln/>
        </p:spPr>
      </p:sp>
      <p:sp>
        <p:nvSpPr>
          <p:cNvPr id="42" name="Text 40"/>
          <p:cNvSpPr/>
          <p:nvPr/>
        </p:nvSpPr>
        <p:spPr>
          <a:xfrm>
            <a:off x="2130552" y="389534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ㅋㅋㅋ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084832" y="415137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14:32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1755648" y="4645152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74520" y="46817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보내기...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977640" y="468172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63440" y="1234440"/>
            <a:ext cx="4023360" cy="3794760"/>
          </a:xfrm>
          <a:prstGeom prst="rect">
            <a:avLst/>
          </a:prstGeom>
          <a:solidFill>
            <a:srgbClr val="111111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00600" y="1325880"/>
            <a:ext cx="457200" cy="45720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영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5349240" y="1371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영희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49240" y="15910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메시지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1810512"/>
            <a:ext cx="4023360" cy="13716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53" name="Shape 51"/>
          <p:cNvSpPr/>
          <p:nvPr/>
        </p:nvSpPr>
        <p:spPr>
          <a:xfrm>
            <a:off x="4754880" y="1920240"/>
            <a:ext cx="292608" cy="292608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54" name="Text 52"/>
          <p:cNvSpPr/>
          <p:nvPr/>
        </p:nvSpPr>
        <p:spPr>
          <a:xfrm>
            <a:off x="475488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영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120640" y="19019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영희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120640" y="2084832"/>
            <a:ext cx="1554480" cy="274320"/>
          </a:xfrm>
          <a:prstGeom prst="roundRect">
            <a:avLst>
              <a:gd name="adj" fmla="val 40000"/>
            </a:avLst>
          </a:prstGeom>
          <a:solidFill>
            <a:srgbClr val="363636"/>
          </a:solidFill>
          <a:ln/>
        </p:spPr>
      </p:sp>
      <p:sp>
        <p:nvSpPr>
          <p:cNvPr id="57" name="Text 55"/>
          <p:cNvSpPr/>
          <p:nvPr/>
        </p:nvSpPr>
        <p:spPr>
          <a:xfrm>
            <a:off x="5166360" y="21214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오빠 나 갑자기 카톡됨?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120640" y="237744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14:32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20840" y="2697480"/>
            <a:ext cx="1737360" cy="274320"/>
          </a:xfrm>
          <a:prstGeom prst="roundRect">
            <a:avLst>
              <a:gd name="adj" fmla="val 40000"/>
            </a:avLst>
          </a:prstGeom>
          <a:solidFill>
            <a:srgbClr val="3797F0"/>
          </a:solidFill>
          <a:ln/>
        </p:spPr>
      </p:sp>
      <p:sp>
        <p:nvSpPr>
          <p:cNvPr id="60" name="Text 58"/>
          <p:cNvSpPr/>
          <p:nvPr/>
        </p:nvSpPr>
        <p:spPr>
          <a:xfrm>
            <a:off x="6766560" y="273405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이거 채팅 앱이야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498080" y="2990088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14:33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754880" y="3273552"/>
            <a:ext cx="292608" cy="292608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63" name="Text 61"/>
          <p:cNvSpPr/>
          <p:nvPr/>
        </p:nvSpPr>
        <p:spPr>
          <a:xfrm>
            <a:off x="4754880" y="32735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영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120640" y="3273552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363636"/>
          </a:solidFill>
          <a:ln/>
        </p:spPr>
      </p:sp>
      <p:sp>
        <p:nvSpPr>
          <p:cNvPr id="65" name="Text 63"/>
          <p:cNvSpPr/>
          <p:nvPr/>
        </p:nvSpPr>
        <p:spPr>
          <a:xfrm>
            <a:off x="5166360" y="33101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대박ㅋㅋ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120640" y="356616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14:33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903720" y="3858768"/>
            <a:ext cx="1554480" cy="274320"/>
          </a:xfrm>
          <a:prstGeom prst="roundRect">
            <a:avLst>
              <a:gd name="adj" fmla="val 40000"/>
            </a:avLst>
          </a:prstGeom>
          <a:solidFill>
            <a:srgbClr val="3797F0"/>
          </a:solidFill>
          <a:ln/>
        </p:spPr>
      </p:sp>
      <p:sp>
        <p:nvSpPr>
          <p:cNvPr id="68" name="Text 66"/>
          <p:cNvSpPr/>
          <p:nvPr/>
        </p:nvSpPr>
        <p:spPr>
          <a:xfrm>
            <a:off x="6949440" y="38953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ㅋㅋㅋㅋ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498080" y="415137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14:33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754880" y="4645152"/>
            <a:ext cx="3520440" cy="27432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92040" y="46817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영희에게 메시지...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909560" y="468172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11480" y="5120640"/>
            <a:ext cx="274320" cy="274320"/>
          </a:xfrm>
          <a:prstGeom prst="ellipse">
            <a:avLst/>
          </a:prstGeom>
          <a:solidFill>
            <a:srgbClr val="363636"/>
          </a:solidFill>
          <a:ln/>
        </p:spPr>
      </p:sp>
      <p:sp>
        <p:nvSpPr>
          <p:cNvPr id="74" name="Text 72"/>
          <p:cNvSpPr/>
          <p:nvPr/>
        </p:nvSpPr>
        <p:spPr>
          <a:xfrm>
            <a:off x="411480" y="5120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77240" y="515721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버튼 → 접속자 목록 팝업 → 선택 시 DM 창 자동 열림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시연 영상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Video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097280"/>
            <a:ext cx="7498080" cy="3474720"/>
          </a:xfrm>
          <a:prstGeom prst="rect">
            <a:avLst/>
          </a:prstGeom>
          <a:solidFill>
            <a:srgbClr val="111111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097280"/>
            <a:ext cx="7498080" cy="3474720"/>
          </a:xfrm>
          <a:prstGeom prst="rect">
            <a:avLst/>
          </a:prstGeom>
          <a:solidFill>
            <a:srgbClr val="111111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69080" y="2011680"/>
            <a:ext cx="1005840" cy="1005840"/>
          </a:xfrm>
          <a:prstGeom prst="ellipse">
            <a:avLst/>
          </a:prstGeom>
          <a:solidFill>
            <a:srgbClr val="3797F0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069080" y="20116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▶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영상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4930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(발표 시 영상 파일로 교체)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4617720"/>
            <a:ext cx="2011680" cy="475488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4617720"/>
            <a:ext cx="2011680" cy="45720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63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서버 시작 (npm run dev)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TCP:3000 + WS:3002 동시 구동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0" y="4617720"/>
            <a:ext cx="2011680" cy="475488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4617720"/>
            <a:ext cx="2011680" cy="45720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4663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CLI 2개 + 브라우저 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접속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4617720"/>
            <a:ext cx="2011680" cy="475488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4617720"/>
            <a:ext cx="2011680" cy="45720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4663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/nick → 전체채팅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/list → 귓속말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0" y="4617720"/>
            <a:ext cx="2011680" cy="475488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0" y="4617720"/>
            <a:ext cx="2011680" cy="45720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4663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+ 버튼 DM 전송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 수신 확인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처리 &amp; 엣지 케이스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— 모든 실패 시나리오 대응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2606040" cy="173736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2606040" cy="45720"/>
          </a:xfrm>
          <a:prstGeom prst="rect">
            <a:avLst/>
          </a:prstGeom>
          <a:solidFill>
            <a:srgbClr val="DC274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ECONNRESET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강제 종료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 이벤트 감지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close 이벤트로 퇴장 처리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06040" cy="173736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97280"/>
            <a:ext cx="260604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1887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 EADDRINUSE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 이미 사용 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명확한 에러 출력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process.exit(1)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606040" cy="173736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97280"/>
            <a:ext cx="26060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887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닉네임 중복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5544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Set으로 O(1) 검사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2~20자 길이 검증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에러 메시지만 송신자에게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017520"/>
            <a:ext cx="2606040" cy="173736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017520"/>
            <a:ext cx="2606040" cy="45720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089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 존재하지 않는 유저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47472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 대상 없을 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findByNickname → null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/list 확인 유도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3017520"/>
            <a:ext cx="2606040" cy="173736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017520"/>
            <a:ext cx="2606040" cy="45720"/>
          </a:xfrm>
          <a:prstGeom prst="rect">
            <a:avLst/>
          </a:prstGeom>
          <a:solidFill>
            <a:srgbClr val="23A55A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31089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알 수 없는 명령어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47472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commandHandlers Map miss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기본 핸들러 에러 응답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/help 안내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80760" y="3017520"/>
            <a:ext cx="2606040" cy="173736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3017520"/>
            <a:ext cx="2606040" cy="4572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31089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📭  빈 메시지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347472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필터링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줄 조용히 무시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불필요한 broadcast 방지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&amp; 프로젝트 회고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Conclusion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2606040" cy="109728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70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34440" y="1234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v22 LTS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런타임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06040" cy="109728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170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069080" y="1234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모듈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1600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소켓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 모듈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606040" cy="109728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170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1234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라이브러리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1600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서버/클라이언트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395728"/>
            <a:ext cx="2606040" cy="109728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⚛️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234440" y="25328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28986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기반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395728"/>
            <a:ext cx="2606040" cy="109728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069080" y="25328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69080" y="28986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재시작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도구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2395728"/>
            <a:ext cx="2606040" cy="109728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8076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03720" y="25328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Protocol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28986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 메시지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포맷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749040"/>
            <a:ext cx="8275320" cy="1143000"/>
          </a:xfrm>
          <a:prstGeom prst="rect">
            <a:avLst/>
          </a:prstGeom>
          <a:solidFill>
            <a:srgbClr val="0A1628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749040"/>
            <a:ext cx="8275320" cy="45720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8221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핵심 학습 포인트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160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스트림 메시지 프레이밍 직접 구현  |  어댑터 패턴으로 TCP/WS 동시 지원  |  단일 책임 원칙 기반 8모듈 설계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WebSocket + CLI TCP가 동일 서버·동일 프로토콜로 실시간 통신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797F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833AB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822960"/>
            <a:ext cx="1463040" cy="1463040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0" y="8229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💬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Chatket — TCP Socket Chat 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6758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Computing 개인 프로젝트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4480560"/>
            <a:ext cx="141732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480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48840" y="4480560"/>
            <a:ext cx="141732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4480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03320" y="4480560"/>
            <a:ext cx="141732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4480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57800" y="4480560"/>
            <a:ext cx="141732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4480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4480560"/>
            <a:ext cx="141732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4480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Protocol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366760" y="4480560"/>
            <a:ext cx="141732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4480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Pattern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2026-06-09T07:18:03Z</dcterms:created>
  <dcterms:modified xsi:type="dcterms:W3CDTF">2026-06-09T07:18:03Z</dcterms:modified>
</cp:coreProperties>
</file>